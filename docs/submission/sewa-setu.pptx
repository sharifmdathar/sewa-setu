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Verdana"/>
              </a:rPr>
              <a:t>Sewa Setu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EF2FF"/>
                </a:solidFill>
                <a:latin typeface="Verdana"/>
              </a:rPr>
              <a:t>Agentic Application Scrutiny &amp; Document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108200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An agentic pipeline that pre-scrutinizes every certificate application and hands the officer a ranked, explained report - while the decision stays with the officer.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69080"/>
            <a:ext cx="1082009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Team:  &lt;fill in names, roles, emails&gt;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Repository:  https://github.com/sharifmdathar/sewa-setu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Live demo:  &lt;deployment link, if applicable&gt;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Demo credentials:  none - the prototype has no auth by design (SPEC §3)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The problem is scrutiny time, not application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A certificate application takes an officer 12-18 minutes to scrutinize by hand.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Two officers reading the same file can reach two different decisions.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Forged, expired and mismatched documents get through under volume pressure.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Every application is re-read from scratch: identity, dates, amounts, duplicates.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The bottleneck is not the citizen submitting - it is the official reading.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Extraction  -&gt;  rule checks  -&gt;  adjudication  -&gt;  fraud scoring  -&gt;  recommendation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A VLM or template parser reads each uploaded document into typed fields.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Five deterministic checks (C1-C5) run over the application and its documents.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Only the checks a rule cannot settle go to the LLM adjudicator, which re-words the verdict for an officer - it never overturns evidence.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A fraud scorer weights the outcomes into riskScore 0-100 and one recommendation.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The agent recommends. The officer decides. That boundary is enforced in code and in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HOW IT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Five checks, and no verdict without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C1 identity match  -  the same person across every document and the declared fields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C2 document validity  -  expiry, issue order, plausible issuing authority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C3 completeness  -  every required document type present and legible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C4 cross-field consistency  -  declared amounts against stated amounts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C5 fraud signals  -  duplicate file hashes across applicants, order-of-ten amounts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Real C5 evidence from the demo store: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"APP-0014-fee_receipt-5.txt has hash 8c7ce8117b88 which also appears in another application; APP-0014-self_income_declaration-4.txt states 4240000, exactly an order of ten away from the declared 424000."  -&gt;  riskScore 100, recommend reject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Evaluation on 200 synthetic applications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8200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8832"/>
                <a:gridCol w="2380420"/>
                <a:gridCol w="2380420"/>
                <a:gridCol w="2380420"/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Verdana"/>
                        </a:rPr>
                        <a:t>Metric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Verdana"/>
                        </a:rPr>
                        <a:t>Manual baseline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Verdana"/>
                        </a:rPr>
                        <a:t>This run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Verdana"/>
                        </a:rPr>
                        <a:t>Target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18181B"/>
                          </a:solidFill>
                          <a:latin typeface="Verdana"/>
                        </a:rPr>
                        <a:t>Fail-flag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unmeasured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&gt;= 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18181B"/>
                          </a:solidFill>
                          <a:latin typeface="Verdana"/>
                        </a:rPr>
                        <a:t>Fail-flag recall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unmeasured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1.000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&gt;= 0.85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18181B"/>
                          </a:solidFill>
                          <a:latin typeface="Verdana"/>
                        </a:rPr>
                        <a:t>Risk-flag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unmeasured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0.540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disclosed, not 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18181B"/>
                          </a:solidFill>
                          <a:latin typeface="Verdana"/>
                        </a:rPr>
                        <a:t>Officer wait per application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12-18 min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3.0 ms p50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&lt; 60 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675888"/>
            <a:ext cx="10820095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917 documents, 50 applications with planted anomalies, seed 42.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74 planted check failures: 74 caught, 0 false alarms, 0 missed. The gate asks whether each defect lit up exactly the check that owns it.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Risk-flag recall is 0.540 and we disclose it: single-anomaly applications score 40-50, under the spec-pinned threshold of 60. The queue ranks; it does not catch.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THE HONEST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We put a real model in the loop, and reported what it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Same corpus, real vision model (llama-3.2-11b-vision), 20 rendered documents: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107 of 124 stated field values read correctly  -  recall 0.86, precision 0.98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5 of 20 documents read with no omission at all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Control, same documents through the deterministic parser: 124 of 124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The failure is not uniform. Identity fields read at 1.00; expiryDate at 0.22.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We built a targeted second-pass fix for it, measured it recovering nothing, and reverted it rather than shipping a call that buys nothing.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What shipped instead costs zero calls: C2 warns when an expiry-carrying document yields no expiry, so a null becomes an officer-visible gap instead of a silent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Latency: three different true answers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82009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1052"/>
                <a:gridCol w="4869042"/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Verdana"/>
                        </a:rPr>
                        <a:t>What was timed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Verdana"/>
                        </a:rPr>
                        <a:t>Result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18181B"/>
                          </a:solidFill>
                          <a:latin typeface="Verdana"/>
                        </a:rPr>
                        <a:t>Pipeline in-process, offline, no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0.12 ms per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18181B"/>
                          </a:solidFill>
                          <a:latin typeface="Verdana"/>
                        </a:rPr>
                        <a:t>The officer's real wait over HTTP (rules-only)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p50 3.0 ms  p95 3.2 ms  (100 runs)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18181B"/>
                          </a:solidFill>
                          <a:latin typeface="Verdana"/>
                        </a:rPr>
                        <a:t>One document through a live VLM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p50 2.8 s  p95 18.2 s  max 23.8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1">
                          <a:solidFill>
                            <a:srgbClr val="18181B"/>
                          </a:solidFill>
                          <a:latin typeface="Verdana"/>
                        </a:rPr>
                        <a:t>One application through a live VLM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8181B"/>
                          </a:solidFill>
                          <a:latin typeface="Verdana"/>
                        </a:rPr>
                        <a:t>13.3 s mean  15.5 s worst (2 apps)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675888"/>
            <a:ext cx="10820095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Which number is honest depends on what was timed. We quote the officer's wait.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RIGOUR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Why the numbers can be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310 automated tests passing, 2 skipped pending a paid model key.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Contract conformance is judged by a validator against openapi.yaml itself - in-process and over a real HTTP socket, not against a hand-written expectation.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Every eval figure regenerates from one command, and each report titles itself rules-only or live model leg so the two can never be quoted for each other.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A local OpenAI-compatible endpoint in the test suite asserts request counts over a socket - that is how we found a retry budget being multiplied, and fixed it.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4,080 lines pipeline  ·  1,402 eval harness  ·  3,179 web  ·  1,052 generator  ·  5,794 test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HOW WE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Contract-first, two tracks, one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FastAPI pipeline + Next.js officer and citizen UI, joined by one frozen OpenAPI contract of 10 paths.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Two people worked in separate paths without editing each other's files.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Five change requests raised; three applied in a paired integration session.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Nothing personal is logged, and the corpus is fictional by construction - names, IDs and addresses come from generated pools.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The contract held everywhere it spoke. Where it was silent - applicantFields is a bare object - both tracks guessed differently and both test suites passed. We found it, fixed it, and wrote CR-5 to close the hole.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Pilot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P0 - what this is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Two services, synthetic evidence, officer shadow mode. The pipeline runs beside the manual process; officers see the report and the queue but decide alone. Nothing touches a registry, so the worst case is a wrong recommendation an officer overrides.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P1 - next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Choose an OCR/VLM vendor on measured accuracy, not on a demo. Registry adapters behind the same extractor interface - which one runs is configuration, not a call site.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P2 - at scale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Multilingual, mobile, a real database. The store here is single-process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Verdana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8181B"/>
                </a:solidFill>
                <a:latin typeface="Verdana"/>
              </a:rPr>
              <a:t>What we are asking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820095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An anonymised real document set, so the eval can run against scans rather than renders - our 0.86 read-back figure is a ceiling, not an expectation.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A vendor endpoint to measure accuracy and cost on that set.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Officer time to validate the recommendation format, because the ranking is the thing they will argue with - and a 0.54 risk recall gives them reason to.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Repository:  https://github.com/sharifmdathar/sewa-setu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8181B"/>
                </a:solidFill>
                <a:latin typeface="Verdana"/>
              </a:rPr>
              <a:t>Live demo:  &lt;deployment link&gt;          Video:  &lt;demo video link&gt;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8181B"/>
                </a:solidFill>
                <a:latin typeface="Verdana"/>
              </a:rPr>
              <a:t>•  Synthetic data only. No real PII, no registry access, no production auth.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1717A"/>
                </a:solidFill>
                <a:latin typeface="Verdana"/>
              </a:rPr>
              <a:t>Problem Statement 1 · AI &amp; Automation in Digital Public Service Delivery   ·   slide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